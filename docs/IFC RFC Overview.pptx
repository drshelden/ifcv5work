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84" r:id="rId4"/>
    <p:sldId id="282" r:id="rId5"/>
    <p:sldId id="285" r:id="rId6"/>
    <p:sldId id="288" r:id="rId7"/>
    <p:sldId id="286" r:id="rId8"/>
    <p:sldId id="287" r:id="rId9"/>
    <p:sldId id="289" r:id="rId10"/>
    <p:sldId id="290" r:id="rId11"/>
    <p:sldId id="291" r:id="rId12"/>
    <p:sldId id="2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604CB2"/>
    <a:srgbClr val="FFFBFF"/>
    <a:srgbClr val="156082"/>
    <a:srgbClr val="FBF7FF"/>
    <a:srgbClr val="F5E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3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49C17-504B-46EE-9F02-6C8DD961B7D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6BBBE-1432-4712-A153-382CFC459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62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98EE-B801-CBB6-757B-DF05CC273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32A4A-AE21-52EF-50E0-11E50815C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1FE18-39BC-C9EB-224D-F8D60477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747CE-9BE3-2AF8-DCEC-50C5E013F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C6106-5611-197D-3E28-A5A6544B8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35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2F21-7410-ABAB-BBF0-207B44AB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ACD90-F1ED-AD0D-58C8-D47EDB9CD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19F5F-917F-3616-7316-C5779B538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60EFD-1C50-4A2B-4E4F-4C76CBAE4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D7199-46D3-E2C9-681B-9A800537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40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80F93-107D-2849-D7A9-2C49A3C68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D4DD4-23BE-9CA2-04A3-E9BDF868E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01D4F-F29C-3F57-FB93-2C754362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C355F-F358-C43D-E8BF-8AA2414B0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846FE-CD14-AB07-779E-3AA307BB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7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7907-ACB7-7228-F328-7131118F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805B5-EC85-5E61-18DB-FAEA8AD60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11126E-DC08-214E-09BF-236791BF2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6F116-689D-666E-7BA8-48178241E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CB87F-FD63-F6A6-D87B-CDECACD6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38911-BC53-883A-7783-C40DE139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3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F2A78-BF8C-9000-2679-F0BBE1980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992F5-6B51-079D-8AEF-203EB65CF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9AFEB-BE4A-DDF6-BEFD-1931E0ABB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C7545-0C8F-E5A1-E79E-7DE3F29BB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F3932-9206-6387-36E9-C4E4B0DD5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872A2-16AA-1641-0118-D98B478C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2C898-C41F-12AF-4BC2-C8AEAD5D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D377DB-5F34-A90B-6802-4EB419D75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5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C7C41-B716-7895-54A4-E91303C0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322E1-EA53-CF91-6526-66DD36687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93372-736C-55AA-235F-8BCFED5DC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B8028-CD96-3F38-DA12-7E90A282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03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9B6430-838E-5711-E02F-93F0089DF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03202-2EC2-BC64-B59F-06368F08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B5D0C-E9B6-6515-1CE9-B8A8ABB3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6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2CBA-00EF-1EF6-C90D-5BCE1524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1EFA4-95A8-FC85-27EC-E3E8A8CC2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113F6-9400-311D-AEA2-C8A43E475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B27C2-1623-7295-5BBC-F137A13D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0EB57-01B7-34D3-77C5-2FAA9936A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A3963-2B07-EAED-48B9-948B1CAA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9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7951-0F47-CAAC-3E7E-34A66E2F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DF2C33-9788-672A-3ABE-CBD21ACED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E3F68-7224-F7DD-152C-33505E549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391B8-887F-7F33-25FC-BD19BE41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E35A5-307A-B7B0-DB7A-1C42788F7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F380F-1362-742C-5679-45B9E998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05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BACA-8F4F-588B-8996-A71EA12E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83A10-03EB-B5A2-6CE6-88D2A0DEC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95D4-9B0A-50D6-C9AD-78E10FA5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12FE3-9379-B744-2FC3-2D716283B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54AC1-1DA9-85C6-B737-0EAC2F82D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44A332-CE7E-7F8A-B1CB-AEE2E6AFD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0D2F4-703E-A36E-9188-8C765EFE2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5BF25-D09C-9F57-CC38-D545F091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FB411-4FD0-4A32-A190-99D1D3338BC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957E4-C9D6-C1EE-77D2-6F3CFCC0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95253-48C7-B6CC-CDAC-E51EB1985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69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89965F-36DC-9D1A-6A66-42CE39F36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C773D-25E4-3A96-E239-5B9E126F5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287BD-B96B-BDE5-54C9-C2FF32BA0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FB411-4FD0-4A32-A190-99D1D3338BC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93B5A-3085-3BB7-DB00-163B397BD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FDD41-86A8-EE6D-8969-3F7FD5794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D0233-F324-43BF-B97C-296F1D1A3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4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s://github.com/Drshelden/IFCV5Work/blob/master/02%20RFCs/RFC-IFC5-001-strategic-architecture-mode.md" TargetMode="External"/><Relationship Id="rId7" Type="http://schemas.openxmlformats.org/officeDocument/2006/relationships/hyperlink" Target="https://github.com/Drshelden/IFCV5Work/blob/master/02%20RFCs/RFC-IFC5-041-open-world-vs-closed-world.md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hyperlink" Target="https://github.com/Drshelden/IFCV5Work/blob/master/02%20RFCs/RFC-IFC5-039-foundational-json-data-model.md" TargetMode="External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hyperlink" Target="https://github.com/Drshelden/IFCV5Work/blob/master/02%20RFCs/RFC-IFC5-007-scene-graph-vs-ecs.md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rshelden/IFCV5Wor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EE96FD-ECF4-3612-30F5-FA28DFDAC5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IFC-RFC Overview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DB07503-0792-CA13-2A9F-EA3235124B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966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70335-EBA8-5145-ACCC-A6FD22BCE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3088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2E89D-8774-DD49-3D7B-987FC7A0A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430"/>
            <a:ext cx="10515600" cy="5275533"/>
          </a:xfrm>
        </p:spPr>
        <p:txBody>
          <a:bodyPr/>
          <a:lstStyle/>
          <a:p>
            <a:r>
              <a:rPr lang="en-US" dirty="0"/>
              <a:t>AI assisted system for identifying, commenting and resolving</a:t>
            </a:r>
            <a:br>
              <a:rPr lang="en-US" dirty="0"/>
            </a:br>
            <a:r>
              <a:rPr lang="en-US" dirty="0"/>
              <a:t>all technical and standards issues contributing to IFC5.</a:t>
            </a:r>
          </a:p>
          <a:p>
            <a:r>
              <a:rPr lang="en-US" dirty="0"/>
              <a:t>Core: a register of RFC (Request for Comment) docs.</a:t>
            </a:r>
          </a:p>
          <a:p>
            <a:pPr lvl="1"/>
            <a:r>
              <a:rPr lang="en-US" dirty="0"/>
              <a:t>RFCs files</a:t>
            </a:r>
          </a:p>
          <a:p>
            <a:pPr lvl="1"/>
            <a:r>
              <a:rPr lang="en-US" dirty="0"/>
              <a:t>Multiple means for commenting and adding</a:t>
            </a:r>
          </a:p>
          <a:p>
            <a:pPr lvl="1"/>
            <a:r>
              <a:rPr lang="en-US" dirty="0"/>
              <a:t>Built in both </a:t>
            </a:r>
            <a:r>
              <a:rPr lang="en-US" dirty="0" err="1"/>
              <a:t>github</a:t>
            </a:r>
            <a:r>
              <a:rPr lang="en-US" dirty="0"/>
              <a:t> and google docs so we can test both.</a:t>
            </a:r>
          </a:p>
          <a:p>
            <a:pPr lvl="1"/>
            <a:r>
              <a:rPr lang="en-US" dirty="0"/>
              <a:t>A prioritization proposal</a:t>
            </a:r>
          </a:p>
          <a:p>
            <a:r>
              <a:rPr lang="en-US" dirty="0"/>
              <a:t>Python scripts for updated, processing, synchronizing</a:t>
            </a:r>
          </a:p>
        </p:txBody>
      </p:sp>
    </p:spTree>
    <p:extLst>
      <p:ext uri="{BB962C8B-B14F-4D97-AF65-F5344CB8AC3E}">
        <p14:creationId xmlns:p14="http://schemas.microsoft.com/office/powerpoint/2010/main" val="302591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55335E-9142-6C4D-1BB0-3CDC0A167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FE42F6A-FD5A-DED6-5443-D2C1BC036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3E072C-4419-30D8-9CD1-E9E05032C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7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59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715586-931F-12A4-5A02-1545F8C95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3799" cy="665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111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CFB0-1EF1-437E-4D23-FCE82FA4F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B37418-D508-22A3-A240-A7D65E28D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863"/>
            <a:ext cx="12192000" cy="663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88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EB9AB-C0F7-1AB9-C4EE-C2365AE7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316B52E-5082-A83B-D56D-EFE579764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48602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F95241-B3A6-7993-9631-E81607610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602" y="0"/>
            <a:ext cx="5632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484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B24A5-3A54-3764-4A19-08166256B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32D5F4-DE68-B073-55CB-7FBFF8FA6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538"/>
            <a:ext cx="12192000" cy="661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11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D6596-CDA0-0CC7-EF9A-4CCA408D6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953D01-065E-FDF4-C0DC-2130BDCFA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585"/>
            <a:ext cx="12192000" cy="66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487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5EEC-903B-26A7-D3D8-DB94D05A1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6ACAE6-1CD9-E90D-8C2F-0C191E8B69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2327" y="-1"/>
            <a:ext cx="3715019" cy="68709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58C4CC-7923-B32F-71BA-D24ACCC3C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357" y="0"/>
            <a:ext cx="39441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42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E6F0-02FC-3A4B-DEDF-FBA4CD727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93D0F64-B57F-677D-FE0B-ABCA73A4A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" y="0"/>
            <a:ext cx="5421527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ACCE75-7E15-50FE-779E-A76E4ED9B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959" y="0"/>
            <a:ext cx="59621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868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8953-AE83-D83F-40EC-37317BD73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3864"/>
          </a:xfrm>
        </p:spPr>
        <p:txBody>
          <a:bodyPr/>
          <a:lstStyle/>
          <a:p>
            <a:r>
              <a:rPr lang="en-US" dirty="0"/>
              <a:t>First sprint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9E58A-1AFE-F815-F040-4E015A832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65" y="1080235"/>
            <a:ext cx="7630590" cy="2038635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3587B8AD-BC8D-0CF7-EA5C-75066BDDE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18870"/>
            <a:ext cx="5534797" cy="447737"/>
          </a:xfrm>
          <a:prstGeom prst="rect">
            <a:avLst/>
          </a:prstGeom>
        </p:spPr>
      </p:pic>
      <p:pic>
        <p:nvPicPr>
          <p:cNvPr id="9" name="Picture 8">
            <a:hlinkClick r:id="rId5"/>
            <a:extLst>
              <a:ext uri="{FF2B5EF4-FFF2-40B4-BE49-F238E27FC236}">
                <a16:creationId xmlns:a16="http://schemas.microsoft.com/office/drawing/2014/main" id="{B975FF02-8692-819E-8A3B-FC2C10CAD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400" y="3774465"/>
            <a:ext cx="8507012" cy="743054"/>
          </a:xfrm>
          <a:prstGeom prst="rect">
            <a:avLst/>
          </a:prstGeom>
        </p:spPr>
      </p:pic>
      <p:pic>
        <p:nvPicPr>
          <p:cNvPr id="11" name="Picture 10">
            <a:hlinkClick r:id="rId7"/>
            <a:extLst>
              <a:ext uri="{FF2B5EF4-FFF2-40B4-BE49-F238E27FC236}">
                <a16:creationId xmlns:a16="http://schemas.microsoft.com/office/drawing/2014/main" id="{4907AB0D-33EA-DC0B-0042-F921AC94A9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223" y="4670065"/>
            <a:ext cx="7011378" cy="428685"/>
          </a:xfrm>
          <a:prstGeom prst="rect">
            <a:avLst/>
          </a:prstGeom>
        </p:spPr>
      </p:pic>
      <p:pic>
        <p:nvPicPr>
          <p:cNvPr id="13" name="Picture 12">
            <a:hlinkClick r:id="rId9"/>
            <a:extLst>
              <a:ext uri="{FF2B5EF4-FFF2-40B4-BE49-F238E27FC236}">
                <a16:creationId xmlns:a16="http://schemas.microsoft.com/office/drawing/2014/main" id="{AF34B357-4C24-A121-915A-2913D3A44A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117" y="5214082"/>
            <a:ext cx="7230484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19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689C3-4E48-F7C7-20E0-C9195FF3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9A497-6D2F-530B-25C1-8DC0F4AE0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3864"/>
          </a:xfrm>
        </p:spPr>
        <p:txBody>
          <a:bodyPr/>
          <a:lstStyle/>
          <a:p>
            <a:r>
              <a:rPr lang="en-US" dirty="0"/>
              <a:t>Proposed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577BF-7635-87F6-704E-A466A39D2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8990"/>
            <a:ext cx="10515600" cy="5037973"/>
          </a:xfrm>
        </p:spPr>
        <p:txBody>
          <a:bodyPr/>
          <a:lstStyle/>
          <a:p>
            <a:r>
              <a:rPr lang="en-US" dirty="0"/>
              <a:t>Try first sprint</a:t>
            </a:r>
          </a:p>
          <a:p>
            <a:pPr lvl="1"/>
            <a:r>
              <a:rPr lang="en-US" dirty="0"/>
              <a:t>2 weeks, provide comments in any form (md, doc, form)</a:t>
            </a:r>
          </a:p>
          <a:p>
            <a:pPr lvl="1"/>
            <a:r>
              <a:rPr lang="en-US" dirty="0"/>
              <a:t>Comments are synthesized into consensus and decisions needed.</a:t>
            </a:r>
          </a:p>
          <a:p>
            <a:pPr lvl="1"/>
            <a:r>
              <a:rPr lang="en-US" dirty="0"/>
              <a:t>Final draft of decisions</a:t>
            </a:r>
          </a:p>
          <a:p>
            <a:pPr lvl="1"/>
            <a:r>
              <a:rPr lang="en-US" dirty="0"/>
              <a:t>Move on to next sprint.</a:t>
            </a:r>
          </a:p>
          <a:p>
            <a:r>
              <a:rPr lang="en-US" dirty="0"/>
              <a:t>Propose more RFCs if needed.</a:t>
            </a:r>
          </a:p>
          <a:p>
            <a:r>
              <a:rPr lang="en-US" dirty="0"/>
              <a:t>Start here: </a:t>
            </a:r>
            <a:r>
              <a:rPr lang="en-US" dirty="0">
                <a:hlinkClick r:id="rId2"/>
              </a:rPr>
              <a:t>https://github.com/Drshelden/IFCV5Work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(or we can move somewhere else)</a:t>
            </a:r>
          </a:p>
        </p:txBody>
      </p:sp>
    </p:spTree>
    <p:extLst>
      <p:ext uri="{BB962C8B-B14F-4D97-AF65-F5344CB8AC3E}">
        <p14:creationId xmlns:p14="http://schemas.microsoft.com/office/powerpoint/2010/main" val="1673053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3212</TotalTime>
  <Words>137</Words>
  <Application>Microsoft Office PowerPoint</Application>
  <PresentationFormat>Widescreen</PresentationFormat>
  <Paragraphs>18</Paragraphs>
  <Slides>12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IFC-RFC Overview</vt:lpstr>
      <vt:lpstr>What is 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First sprint</vt:lpstr>
      <vt:lpstr>Proposed approach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Shelden, Dennis Robert</dc:creator>
  <cp:lastModifiedBy>Shelden, Dennis Robert</cp:lastModifiedBy>
  <cp:revision>15</cp:revision>
  <dcterms:created xsi:type="dcterms:W3CDTF">2026-02-20T22:29:55Z</dcterms:created>
  <dcterms:modified xsi:type="dcterms:W3CDTF">2026-07-22T13:31:12Z</dcterms:modified>
</cp:coreProperties>
</file>